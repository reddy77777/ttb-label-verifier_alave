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2011680"/>
            <a:ext cx="91440" cy="2834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Trebuchet MS"/>
              </a:defRPr>
            </a:pPr>
            <a:r>
              <a:t>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TTB ALAVE PROJECT</a:t>
            </a:r>
            <a:br/>
            <a:r>
              <a:t>Compliance Engine Prototype v1.2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043"/>
                </a:solidFill>
                <a:latin typeface="Trebuchet MS"/>
              </a:defRPr>
            </a:pPr>
            <a:r>
              <a:t>ALAVE: System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7132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Calibri"/>
              </a:defRPr>
            </a:pPr>
            <a:r>
              <a:t>Behind the Scenes of the High-Compliance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TOPOGRAPHY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Tech Stack &amp; Air-Gapped Network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Frontend Service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Framework: Next.js + React.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Styling: Custom Vanilla CSS &amp; Tailwind components.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Design: WCAG 2.1 AA compliant colors and layouts.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State: Client-side sessionStorage for session durability.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Backend API Service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Framework: FastAPI + Uvicorn.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Libraries: OpenCV, Pillow, PyTesseract, TheFuzz.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Task: Receives files, handles image preprocessing, executes local OCR, and outputs comparative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291840" cy="109728"/>
          </a:xfrm>
          <a:prstGeom prst="roundRect">
            <a:avLst/>
          </a:prstGeom>
          <a:solidFill>
            <a:srgbClr val="854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828800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Secure Isolation Model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Docker-compose network bridge sets internal: true.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Ensures no inbound or outbound calls can cross the container boundaries.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Guarantees compliance with TTB secure air-gapped server policies.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OCR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Image Preprocessing &amp; Extraction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830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Image Input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Multipart form upload transmits PNG/JPEG label files from Next.js to FastAPI.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461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Grayscale Conversion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OpenCV removes color channels, eliminating chromatic noise and background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75488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709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Image Scaling &amp; Resize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Upscales the image to increase average stroke width for small fonts.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82880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Adaptive Binarization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Applies thresholding to isolate characters from complex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2" y="329184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32461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Gaussian Blurring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Smooths edge outlines, eliminating pixel glare, bottle curves, and reflections.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65392" y="4754880"/>
            <a:ext cx="640080" cy="640080"/>
          </a:xfrm>
          <a:prstGeom prst="ellipse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470916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3"/>
                </a:solidFill>
                <a:latin typeface="Trebuchet MS"/>
              </a:defRPr>
            </a:pPr>
            <a:r>
              <a:t>Tesseract Engine Scan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Parses binarized pixels into raw text and calculates OCR confidence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MATCHING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Automated Matching Engine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Fuzzy Matcher (TheFuzz)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Used for: Brand Name, Class/Type, Bottler Address, Country.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Calculates Token-Set-Ratio to match strings despite spelling glitches, spacing differences, and word ordering changes.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Allows a threshold of &gt;=80% similarity score to accommodate minor OCR parsing issues.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Finds the best matching line from the raw OCR block to display as actual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Strict Exact Matcher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ABV: Regex extracts alcohol content and proof. Standardizes to a float percentage (e.g. '90 Proof' -&gt; 45.0) to match exact values.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Net Volume: Normalizes volumes (e.g. '1.5 Liters' -&gt; 1500 ml) for strict comparison.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Warning Casing: Normalizes spacing, searches for prefix, and strictly checks if 'GOVERNMENT WARNING:' is in ALL CAPS.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ALAVE SYSTEM DECK  •  STATE &amp; REHYDRATION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Trebuchet MS"/>
              </a:defRPr>
            </a:pPr>
            <a:r>
              <a:t>Session Durability &amp; Hydration 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File Cache Workaround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Next.js reloads or route changes unmount components, resetting standard state.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Browser sessionStorage only supports string data. Javascript binary File objects cannot be serialized.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Solution: Implemented a global in-memory fileCache in page.tsx.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Item File handles are stored in the memory cache, and restored on page rehydration.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2512" y="1645920"/>
            <a:ext cx="5120640" cy="109728"/>
          </a:xfrm>
          <a:prstGeom prst="round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2880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043"/>
                </a:solidFill>
                <a:latin typeface="Trebuchet MS"/>
              </a:defRPr>
            </a:pPr>
            <a:r>
              <a:t>Hydration &amp; Docker Mounting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Added a client-side 'mounted' check to prevent Next.js server-side vs client-side hydration mismatches.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Replaced the host docker volume mounts in docker-compose.yml with static container copies.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150">
                <a:solidFill>
                  <a:srgbClr val="0F172A"/>
                </a:solidFill>
                <a:latin typeface="Calibri"/>
              </a:defRPr>
            </a:pPr>
            <a:r>
              <a:t>Prevents serving stale host build caches, guaranteeing correct state restore.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