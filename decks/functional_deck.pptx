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2011680"/>
            <a:ext cx="91440" cy="2834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  <a:latin typeface="Trebuchet MS"/>
              </a:defRPr>
            </a:pPr>
            <a:r>
              <a:t>FUNCTIONAL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TTB ALAVE PROJECT</a:t>
            </a:r>
            <a:br/>
            <a:r>
              <a:t>Compliance Engine Prototype v1.2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Trebuchet MS"/>
              </a:defRPr>
            </a:pPr>
            <a:r>
              <a:t>ALAVE: Compliance Design &amp;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84048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Enforcing Federal TTB Requirements with Automated Precision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RULES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Verification Fields &amp; Matching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1206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Fuzzy Verification Fields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Brand Name: Matches name (e.g. 'Old Tom Distillery'). Fuzzy Token-Set-Ratio &gt;= 80.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Class/Type: Designation (e.g. 'Kentucky Straight Bourbon'). Fuzzy Token-Set-Ratio &gt;= 80.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Bottler Info: Name and address. Fuzzy Token-Set-Ratio &gt;= 80.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Country of Origin: Origin (e.g. 'United States'). Fuzzy Token-Set-Ratio &gt;= 80.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645920"/>
            <a:ext cx="51206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Strict Exact Verification Fields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Alcohol Content (ABV): Normalizes both ABV (%) and Proof (e.g. 90 Proof = 45.0%). Exact float match.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Net Contents: Normalizes volume (e.g. 1.5 L -&gt; 1500 ml, 12 fl oz -&gt; 12 floz). Exact match.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Government Warning Statement: Normalizes spaces, punctuation. Requires exact text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FEDERAL REGULATIONS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Government Warning (27 CFR § 16.21)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1206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The Prefix Casing Rule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The law mandates that the warning statement must start with the words 'GOVERNMENT WARNING' in capital letters and bold print.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System Implementation: Verifies that the string 'GOVERNMENT WARNING:' exists in ALL CAPS in the OCR text.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If it exists but is in lowercase (e.g., 'government warning:'), the check fails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645920"/>
            <a:ext cx="5120640" cy="109728"/>
          </a:xfrm>
          <a:prstGeom prst="round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Failure Diagnostics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Casing Mismatch: 'Prefix GOVERNMENT WARNING: is present but not in ALL CAPS.'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Missing Prefix: 'Warning statement prefix GOVERNMENT WARNING: not found.'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Recommendation: Automatically forces a SYSTEM RECOMMENDATION: REJECT.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Font Weight (BOLD): Flagged for manual confirmation by the officer, as raw OCR is plain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INSPECTION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Expected vs Extracted Side-by-Side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1206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Expected vs Extracted Split View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Expected: Displays the database ground truth value (e.g., 'GOVERNMENT WARNING: (1)...' in ALL CAPS).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Extracted: Displays the actual string found on the label by the OCR scanner (e.g., 'government warning: (1)...' in lowercase).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Visual Diff highlights exact differences in casing or spelling to make rejections self-evident.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Resolves user confusion regarding warning prefix casing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645920"/>
            <a:ext cx="51206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Comparative Layout Specs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Arranged in a 2-column comparative layout for each compliance field.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Fuzzy fields show matching confidence percentage.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Failing values are printed in bold red for easy auditing.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Ensures rapid audit processing by the auditor.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AUDIT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Officer Override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2918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Approve Application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Officer accepts the label.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Registers 'APPROVED' state.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Dashboard shows green badge: 'Officer: Approved'.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Reject Application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Officer rejects due to mismatches.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Registers 'REJECTED' state.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Dashboard shows red badge: 'Officer: Rejected'.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1645920"/>
            <a:ext cx="32918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1828800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Flag for Manual Review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Officer flags for supervisor escalation or legal review.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Registers 'FLAGGED' state.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Dashboard shows gold badge: 'Officer: Flagged'.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2834640" cy="3657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6534"/>
                </a:solidFill>
                <a:latin typeface="Trebuchet MS"/>
              </a:defRPr>
            </a:pPr>
            <a:r>
              <a:t>OFFICER: APPROVED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14800"/>
            <a:ext cx="2834640" cy="3657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91B1B"/>
                </a:solidFill>
                <a:latin typeface="Trebuchet MS"/>
              </a:defRPr>
            </a:pPr>
            <a:r>
              <a:t>OFFICER: REJECTED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114800"/>
            <a:ext cx="2834640" cy="365760"/>
          </a:xfrm>
          <a:prstGeom prst="round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54D0E"/>
                </a:solidFill>
                <a:latin typeface="Trebuchet MS"/>
              </a:defRPr>
            </a:pPr>
            <a:r>
              <a:t>OFFICER: FLAGGED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